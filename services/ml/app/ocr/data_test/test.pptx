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Réglementation RIA : Obligations des entreprises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Entrée en vigueur et obligations clés (Articles 4 et 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📅 Entrée en vigueur de la réglementation 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Depuis le 2 février 2025</a:t>
            </a:r>
          </a:p>
          <a:p>
            <a:pPr>
              <a:defRPr sz="1800"/>
            </a:pPr>
            <a:r>
              <a:t>Mise en application des 5 premiers articles de la réglementation 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⚖️ Article 4 : Formation des salariés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Obligation pour les entreprises de former leurs salariés</a:t>
            </a:r>
          </a:p>
          <a:p>
            <a:pPr>
              <a:defRPr sz="1800"/>
            </a:pPr>
            <a:r>
              <a:t>Concerne l'utilisation des systèmes d'intelligence artificielle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⚖️ Article 5 : Gestion des risques liés à l’IA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Interdiction de développer des systèmes d’IA présentant des risques pour :</a:t>
            </a:r>
          </a:p>
          <a:p>
            <a:pPr>
              <a:defRPr sz="1800"/>
            </a:pPr>
            <a:r>
              <a:t>➤ la santé</a:t>
            </a:r>
          </a:p>
          <a:p>
            <a:pPr>
              <a:defRPr sz="1800"/>
            </a:pPr>
            <a:r>
              <a:t>➤ la sécurité</a:t>
            </a:r>
          </a:p>
          <a:p>
            <a:pPr>
              <a:defRPr sz="1800"/>
            </a:pPr>
            <a:r>
              <a:t>➤ les droits fondamentaux</a:t>
            </a:r>
          </a:p>
          <a:p>
            <a:pPr>
              <a:defRPr sz="1800"/>
            </a:pPr>
            <a:r>
              <a:t>Obligation de former les collaborateurs à :</a:t>
            </a:r>
          </a:p>
          <a:p>
            <a:pPr>
              <a:defRPr sz="1800"/>
            </a:pPr>
            <a:r>
              <a:t>➤ identifier et mesurer les risques</a:t>
            </a:r>
          </a:p>
          <a:p>
            <a:pPr>
              <a:defRPr sz="1800"/>
            </a:pPr>
            <a:r>
              <a:t>➤ comprendre l'autonomie et l'apprentissage des systèmes d’IA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